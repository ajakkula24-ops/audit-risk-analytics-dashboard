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61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004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45573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2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 spc="3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57271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7812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365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94860" y="1713655"/>
            <a:ext cx="336042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6151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42198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68515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425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455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75641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42605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879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spc="-7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000" kern="1200" spc="1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Audit &amp; Risk Analytics Dashboard (2022)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Interactive Power BI–Driven Internal Audit &amp; Risk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Audit &amp; Risk analytics using Power BI dashboards</a:t>
            </a:r>
          </a:p>
          <a:p>
            <a:r>
              <a:t>Focus on risk exposure, audit effectiveness, and remediation</a:t>
            </a:r>
          </a:p>
          <a:p>
            <a:r>
              <a:t>Dataset: Food Chain Audit (2022)</a:t>
            </a:r>
          </a:p>
          <a:p>
            <a:r>
              <a:t>Supports risk-based audit and management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Audit period: Jan–Dec 2022</a:t>
            </a:r>
          </a:p>
          <a:p>
            <a:r>
              <a:t>Data cleaned and transformed using Power Query</a:t>
            </a:r>
          </a:p>
          <a:p>
            <a:r>
              <a:t>DAX measures used for risk significance and KPIs</a:t>
            </a:r>
          </a:p>
          <a:p>
            <a:r>
              <a:t>Analysis structured around risk-based audit principles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906449"/>
          </a:xfrm>
        </p:spPr>
        <p:txBody>
          <a:bodyPr>
            <a:normAutofit fontScale="90000"/>
          </a:bodyPr>
          <a:lstStyle/>
          <a:p>
            <a:r>
              <a:rPr dirty="0"/>
              <a:t>Dashboard 1: Audit Statistics Overview</a:t>
            </a:r>
          </a:p>
        </p:txBody>
      </p:sp>
      <p:pic>
        <p:nvPicPr>
          <p:cNvPr id="3" name="Picture 2" descr="Screenshot (99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881730" cy="4629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Risk rating distribution, business process exposure, enforcement 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Rating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Low–medium risks occur most frequently</a:t>
            </a:r>
          </a:p>
          <a:p>
            <a:r>
              <a:t>High-risk items carry disproportionately high significance</a:t>
            </a:r>
          </a:p>
          <a:p>
            <a:r>
              <a:t>Indicates reactive risk handling</a:t>
            </a:r>
          </a:p>
          <a:p>
            <a:r>
              <a:t>Opportunity for preventive controls and KRIs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936266"/>
          </a:xfrm>
        </p:spPr>
        <p:txBody>
          <a:bodyPr>
            <a:normAutofit fontScale="90000"/>
          </a:bodyPr>
          <a:lstStyle/>
          <a:p>
            <a:r>
              <a:rPr dirty="0"/>
              <a:t>Dashboard 2: Risk Results &amp; Actions</a:t>
            </a:r>
          </a:p>
        </p:txBody>
      </p:sp>
      <p:pic>
        <p:nvPicPr>
          <p:cNvPr id="3" name="Picture 2" descr="Screenshot 2026-02-01 193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891670" cy="4629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Audit results, enforcement actions, and redressal levels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Process Risk Exposure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Highest exposure: Branch Operations &amp; Food Processing</a:t>
            </a:r>
          </a:p>
          <a:p>
            <a:r>
              <a:t>Inventory and financial controls show recurring issues</a:t>
            </a:r>
          </a:p>
          <a:p>
            <a:r>
              <a:t>Upstream control failures create downstream compliance risks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085353"/>
          </a:xfrm>
        </p:spPr>
        <p:txBody>
          <a:bodyPr>
            <a:normAutofit fontScale="90000"/>
          </a:bodyPr>
          <a:lstStyle/>
          <a:p>
            <a:r>
              <a:rPr dirty="0"/>
              <a:t>Dashboard 3: Observation-Level Risk &amp; Status</a:t>
            </a:r>
          </a:p>
        </p:txBody>
      </p:sp>
      <p:pic>
        <p:nvPicPr>
          <p:cNvPr id="3" name="Picture 2" descr="Screenshot (99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832035" cy="4629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Observation severity, audit status, and branch timelines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 Status &amp; Regional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50% audits completed; remainder in progress or planned</a:t>
            </a:r>
          </a:p>
          <a:p>
            <a:r>
              <a:t>Extended remediation timelines in certain branches</a:t>
            </a:r>
          </a:p>
          <a:p>
            <a:r>
              <a:t>Indicates uneven control maturity and resource allocation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misreporting and food safety compliance risks</a:t>
            </a:r>
          </a:p>
          <a:p>
            <a:r>
              <a:t>Delayed remediation increases residual risk</a:t>
            </a:r>
          </a:p>
          <a:p>
            <a:r>
              <a:t>Adopt risk-based audit prioritisation</a:t>
            </a:r>
          </a:p>
          <a:p>
            <a:r>
              <a:t>Introduce continuous audit analytics dashboards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Demonstrates analytics-led internal audit capability</a:t>
            </a:r>
          </a:p>
          <a:p>
            <a:r>
              <a:t>Improves governance transparency and risk visibility</a:t>
            </a:r>
          </a:p>
          <a:p>
            <a:r>
              <a:t>Suitable for audit, risk, compliance, and regulatory roles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7B713C7F-58B7-4AE9-B361-B13EB9EC4C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7</TotalTime>
  <Words>262</Words>
  <Application>Microsoft Office PowerPoint</Application>
  <PresentationFormat>On-screen Show (4:3)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Schoolbook</vt:lpstr>
      <vt:lpstr>Wingdings 2</vt:lpstr>
      <vt:lpstr>View</vt:lpstr>
      <vt:lpstr>Audit &amp; Risk Analytics Dashboard (2022)</vt:lpstr>
      <vt:lpstr>Executive Overview</vt:lpstr>
      <vt:lpstr>Data &amp; Methodology</vt:lpstr>
      <vt:lpstr>Dashboard 1: Audit Statistics Overview</vt:lpstr>
      <vt:lpstr>Risk Rating Insights</vt:lpstr>
      <vt:lpstr>Dashboard 2: Risk Results &amp; Actions</vt:lpstr>
      <vt:lpstr>Business Process Risk Exposure</vt:lpstr>
      <vt:lpstr>Dashboard 3: Observation-Level Risk &amp; Status</vt:lpstr>
      <vt:lpstr>Audit Status &amp; Regional Performance</vt:lpstr>
      <vt:lpstr>Key Risks &amp; Recommendations</vt:lpstr>
      <vt:lpstr>Conclusion &amp; Business Value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&amp; Risk Analytics Dashboard (2022)</dc:title>
  <dc:subject/>
  <dc:creator/>
  <cp:keywords/>
  <dc:description>generated using python-pptx</dc:description>
  <cp:lastModifiedBy>Jakkula Ajay</cp:lastModifiedBy>
  <cp:revision>3</cp:revision>
  <dcterms:created xsi:type="dcterms:W3CDTF">2013-01-27T09:14:16Z</dcterms:created>
  <dcterms:modified xsi:type="dcterms:W3CDTF">2026-02-01T19:54:00Z</dcterms:modified>
  <cp:category/>
</cp:coreProperties>
</file>